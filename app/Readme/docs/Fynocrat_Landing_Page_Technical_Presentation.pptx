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Fynocrat Landing Page – Technical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 Flow • API Integration • reCAPTCHA • Debugging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Remix Frontend (home.tsx)</a:t>
            </a:r>
          </a:p>
          <a:p>
            <a:r>
              <a:t>- Backend API (https://api.fynocrat.com)</a:t>
            </a:r>
          </a:p>
          <a:p>
            <a:r>
              <a:t>- reCAPTCHA v2 Validation</a:t>
            </a:r>
          </a:p>
          <a:p>
            <a:r>
              <a:t>- Form Submission via fetcher</a:t>
            </a:r>
          </a:p>
          <a:p>
            <a:r>
              <a:t>- Notifications &amp; Debug Panel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 Form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fills name, email, phone, message</a:t>
            </a:r>
          </a:p>
          <a:p>
            <a:r>
              <a:t>2. reCAPTCHA generates security token</a:t>
            </a:r>
          </a:p>
          <a:p>
            <a:r>
              <a:t>3. Form submits via fetcher.submit()</a:t>
            </a:r>
          </a:p>
          <a:p>
            <a:r>
              <a:t>4. API called → /fynocrat/lead/request (POST)</a:t>
            </a:r>
          </a:p>
          <a:p>
            <a:r>
              <a:t>5. Success popup + notifications</a:t>
            </a:r>
          </a:p>
          <a:p>
            <a:r>
              <a:t>6. Fields &amp; reCAPTCHA reset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 – 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API URL: /fynocrat/lead/request</a:t>
            </a:r>
          </a:p>
          <a:p>
            <a:r>
              <a:t>- Method: POST</a:t>
            </a:r>
          </a:p>
          <a:p>
            <a:r>
              <a:t>- Payload includes:</a:t>
            </a:r>
          </a:p>
          <a:p>
            <a:r>
              <a:t>    • name, email, phone, message</a:t>
            </a:r>
          </a:p>
          <a:p>
            <a:r>
              <a:t>    • g-recaptcha-response</a:t>
            </a:r>
          </a:p>
          <a:p>
            <a:r>
              <a:t>    • title, gcode</a:t>
            </a:r>
          </a:p>
          <a:p>
            <a:r>
              <a:t>- Returns success message used in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 Tools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Ctrl + D → Opens Debug Panel</a:t>
            </a:r>
          </a:p>
          <a:p>
            <a:r>
              <a:t>- Live logs of:</a:t>
            </a:r>
          </a:p>
          <a:p>
            <a:r>
              <a:t>    • fetcher state</a:t>
            </a:r>
          </a:p>
          <a:p>
            <a:r>
              <a:t>    • API response</a:t>
            </a:r>
          </a:p>
          <a:p>
            <a:r>
              <a:t>    • errors</a:t>
            </a:r>
          </a:p>
          <a:p>
            <a:r>
              <a:t>- testAPICall() for console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 reCAPTCHA v2 integration</a:t>
            </a:r>
          </a:p>
          <a:p>
            <a:r>
              <a:t>- Token validated before API call</a:t>
            </a:r>
          </a:p>
          <a:p>
            <a:r>
              <a:t>- Prevents bot/spam submissions</a:t>
            </a:r>
          </a:p>
          <a:p>
            <a:r>
              <a:t>- Hidden fields synced with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&amp; modern UI</a:t>
            </a:r>
          </a:p>
          <a:p>
            <a:r>
              <a:t>- High-speed form submission</a:t>
            </a:r>
          </a:p>
          <a:p>
            <a:r>
              <a:t>- WhatsApp Sales Desk button</a:t>
            </a:r>
          </a:p>
          <a:p>
            <a:r>
              <a:t>- Successful data delivery to backend</a:t>
            </a:r>
          </a:p>
          <a:p>
            <a:r>
              <a:t>- Seamless mobile + desktop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All functionality working end-to-end</a:t>
            </a:r>
          </a:p>
          <a:p>
            <a:r>
              <a:t>✔ Secure API + reCAPTCHA integration</a:t>
            </a:r>
          </a:p>
          <a:p>
            <a:r>
              <a:t>✔ Ready for production deployment</a:t>
            </a:r>
          </a:p>
          <a:p>
            <a:r>
              <a:t>✔ Fully traceable via debug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